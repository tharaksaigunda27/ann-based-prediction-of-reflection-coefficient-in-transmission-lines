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Upload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from google.colab import files</a:t>
            </a:r>
          </a:p>
          <a:p>
            <a:r>
              <a:t>files.upload()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 numpy as np</a:t>
            </a:r>
          </a:p>
          <a:p>
            <a:r>
              <a:t>import pandas as pd</a:t>
            </a:r>
          </a:p>
          <a:p>
            <a:r>
              <a:t>import matplotlib.pyplot as plt</a:t>
            </a:r>
          </a:p>
          <a:p>
            <a:r>
              <a:t>from sklearn.model_selection import train_test_split</a:t>
            </a:r>
          </a:p>
          <a:p>
            <a:r>
              <a:t>from sklearn.preprocessing import StandardScaler</a:t>
            </a:r>
          </a:p>
          <a:p>
            <a:r>
              <a:t>from sklearn.neural_network import MLPRegressor</a:t>
            </a:r>
          </a:p>
          <a:p>
            <a:r>
              <a:t>from sklearn.metrics import mean_squared_error, r2_score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= pd.read_csv('reflection_coefficient_dataset.csv')</a:t>
            </a:r>
          </a:p>
          <a:p>
            <a:r>
              <a:t>print(data.head())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Define Inputs and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 = data[['ZL', 'Z0']]</a:t>
            </a:r>
          </a:p>
          <a:p>
            <a:r>
              <a:t>y = data['Gamma']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scaler = StandardScaler()</a:t>
            </a:r>
          </a:p>
          <a:p>
            <a:r>
              <a:t>X_scaled = scaler.fit_transform(X)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Train-Test 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X_train, X_test, y_train, y_test = train_test_split(</a:t>
            </a:r>
          </a:p>
          <a:p>
            <a:r>
              <a:t>    X_scaled, y, test_size=0.2, random_state=42)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ANN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= MLPRegressor(hidden_layer_sizes=(10,10), max_iter=1000)</a:t>
            </a:r>
          </a:p>
          <a:p>
            <a:r>
              <a:t>model.fit(X_train, y_train)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y_pred = model.predict(X_test)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mse = mean_squared_error(y_test, y_pred)</a:t>
            </a:r>
          </a:p>
          <a:p>
            <a:r>
              <a:t>r2 = r2_score(y_test, y_pred)</a:t>
            </a:r>
          </a:p>
          <a:p/>
          <a:p>
            <a:r>
              <a:t>print("MSE:", mse)</a:t>
            </a:r>
          </a:p>
          <a:p>
            <a:r>
              <a:t>print("R2 Score:", r2)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Graph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plt.scatter(y_test, y_pred)</a:t>
            </a:r>
          </a:p>
          <a:p>
            <a:r>
              <a:t>plt.xlabel("Actual")</a:t>
            </a:r>
          </a:p>
          <a:p>
            <a:r>
              <a:t>plt.ylabel("Predicted")</a:t>
            </a:r>
          </a:p>
          <a:p>
            <a:r>
              <a:t>plt.title("Actual vs Predicted")</a:t>
            </a:r>
          </a:p>
          <a:p>
            <a:r>
              <a:t>plt.show()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new_data = scaler.transform([[100, 50]])</a:t>
            </a:r>
          </a:p>
          <a:p>
            <a:r>
              <a:t>prediction = model.predict(new_data)</a:t>
            </a:r>
          </a:p>
          <a:p>
            <a:r>
              <a:t>print("Predicted Gamma:", prediction)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